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fotosintesi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plantes fan el seu menjar amb la llum del sol.</a:t>
            </a:r>
          </a:p>
          <a:p>
            <a:r>
              <a:t>Usen llum, CO2 i aigua.</a:t>
            </a:r>
          </a:p>
          <a:p>
            <a:r>
              <a:t>Fan glucosa.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Que necessita una planta?</a:t>
            </a:r>
          </a:p>
          <a:p>
            <a:r>
              <a:t>2. Que produeix una planta?</a:t>
            </a:r>
          </a:p>
          <a:p>
            <a:r>
              <a:t>3. Per a que serveix la glucosa?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