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fotosintesi i els vegetals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plantes fabriquen el seu propi aliment gracies a la fotosintesi.</a:t>
            </a:r>
          </a:p>
          <a:p>
            <a:r>
              <a:t>Aquest proces necessita llum solar, CO2 i aigua.</a:t>
            </a:r>
          </a:p>
          <a:p>
            <a:r>
              <a:t>El producte final es la glucosa.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Quines coses necessita una planta per fer la fotosintesi?</a:t>
            </a:r>
          </a:p>
          <a:p>
            <a:r>
              <a:t>2. Quin producte fabriquen les plantes?</a:t>
            </a:r>
          </a:p>
          <a:p>
            <a:r>
              <a:t>3. Per a que serveix la glucosa a la planta?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